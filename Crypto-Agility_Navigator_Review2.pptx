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crypto_agility_copilot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src/crypto_agility_copilot/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src.crypto_agility_copilot.cli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(tests/test_copilot.py)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(test_copilot.TestCryptoAgilityCopilot.test_cbom_generation)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(test_copilot.TestCryptoAgilityCopilot.test_context_noise_suppression)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(test_copilot.TestCryptoAgilityCopilot.test_discovery_engine)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(test_copilot.TestCryptoAgilityCopilot.test_scoring_and_mosca)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(test_copilot.TestCryptoAgilityCopilot.test_semantic_binding)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(tests/test_copilot.py).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Avika Tyagi (25BCE1294 — Project Coordination, Requirement Analysis &amp; Presentation Design):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(tests/test_copilot.py).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2026-09-19T18:44:11Z</dcterms:created>
  <dcterms:modified xsi:type="dcterms:W3CDTF">2026-09-19T18:44:11Z</dcterms:modified>
</cp:coreProperties>
</file>
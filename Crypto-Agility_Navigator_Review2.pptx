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E0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4A90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1 (AVI DHANDHANIA)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&amp; Taint Engine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HNDL threat model &amp; Mosca inequality.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4-stage pipeline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Stage 2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for S3 &amp; Redis.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taint &amp; CodeQL.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246120" y="1645920"/>
            <a:ext cx="2697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Layer &amp; CBOM Conformance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Curated cryptographic API pattern corpus.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Developed Stage 1 AST Discovery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constant propagation logic.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Java Tree-sitter parsing &amp; 100+ Semgrep rules.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035040" y="1645920"/>
            <a:ext cx="2697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8288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72200" y="205740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Benchmark &amp; Verification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172200" y="2377440"/>
            <a:ext cx="2423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mathematical HNDL exposure score.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context noise suppression filter.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Developed automated test suite (test_copilot.py).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harness.</a:t>
            </a:r>
            <a:endParaRPr lang="en-US" sz="7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II):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(Lead Architect &amp; Dataflow Engineer):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 and operationalized Mosca's inequality in code.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structures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2 Dataflow Binding Engine (dataflow.py), tracing plaintext parameters to sources and ciphertext to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Authored the retention extraction logic for S3 lifecycle policies and Redis TTL parsing.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 2 (Discovery &amp; CBOM Specialist):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the AST cryptographic discovery engine (discovery.py) and constant propagation pass.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CycloneDX 1.6 CBOM serialization engine (cbom.py) matching Eurocrypt 2026 standards.
</a:t>
            </a:r>
            <a:pPr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Member 3 (Scoring, Benchmark &amp; Verification Specialist):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Formulated the mathematical HNDL scoring function (scorer.py) and context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Constructed the automated unit testing harness (tests/test_copilot.py) and sample benchmark repo.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2026-09-19T17:24:19Z</dcterms:created>
  <dcterms:modified xsi:type="dcterms:W3CDTF">2026-09-19T17:24:19Z</dcterms:modified>
</cp:coreProperties>
</file>
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crypto_agility_navigator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src/crypto_agility_navigator/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src.crypto_agility_navigator.cli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Navigator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Navigator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(tests/test_navigator.py)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(test_navigator.TestCryptoAgilityNavigator.test_cbom_generation)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(test_navigator.TestCryptoAgilityNavigator.test_context_noise_suppression)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(test_navigator.TestCryptoAgilityNavigator.test_discovery_engine)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(test_navigator.TestCryptoAgilityNavigator.test_scoring_and_mosca)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(test_navigator.TestCryptoAgilityNavigator.test_semantic_binding)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Architecture, Dataflow Engine &amp; UI Design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1 AST Discovery &amp; constant propagation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2 Inter-procedural Semantic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parsing S3 lifecycle &amp; Redis TTLs.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interactive Web Dashboard UI/UX and presentation deck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4 (Requirements), 5 (Architecture), 6 (Tool Justification).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call graphs &amp; CodeQL Java queries.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Modeling, HNDL Scoring &amp; Verification Harness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Mosca inequality operationalisation &amp; 16-paper literature gaps.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HNDL Exposure Scoring equation &amp;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(cbom.py, cli.py).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Backend Integration &amp; REST API server (server.py).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100% passing automated unit test suite (tests/test_navigator.py).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1, 2, 3, 8, 9, 10 &amp; document sanitization.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3-gate patch verification harness.</a:t>
            </a:r>
            <a:endParaRPr lang="en-US" sz="78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 — 50/50 EQUITABLE SPLIT):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(25BCE1207 — Lead Architect, Dataflow &amp; UI):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contracts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1 AST Discovery Engine (discovery.py) and constant propagation logic.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Stage 2 Dataflow Binding Engine (dataflow.py), tracing plaintext sources and ciphertext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interactive Web Dashboard UI/UX layout and visual component design.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Anmol Saluja (25BCE1332 — Threat Modeling, Scoring Engine, Testing &amp; Backend Integration):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Avika Tyagi (25BCE1294 — Project Coordination, Requirement Analysis &amp; Presentation Design):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model, Mosca's inequality derivation, and 16-paper literature gap matrix.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3 HNDL Exposure Scoring Engine (scorer.py) and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CycloneDX 1.6 CBOM Serializer (cbom.py, cli.py) with custom dataflow properties.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full-stack REST API server (server.py) and 100% passing unit test suite (tests/test_navigator.py).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2026-09-19T18:47:13Z</dcterms:created>
  <dcterms:modified xsi:type="dcterms:W3CDTF">2026-09-19T18:47:13Z</dcterms:modified>
</cp:coreProperties>
</file>
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Review 2 Master Report: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Integrating Review 1 literature review with detailed design.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 Python Prototype (TRL 3):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AST parser, inter-procedural dataflow, retention extractor.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Demonstration on Real Benchmark: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identical RSA call sites by S3 retention vs Redis TTL.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CycloneDX 1.6 CBOM Export: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Enriched with custom dataflow properties.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5/5 unit tests passing with 100% success rate.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crypto_agility_copilot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src/crypto_agility_copilot/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~20% Implementation Completed: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Executable core engine covering AST discovery, backward/forward taint, retention extraction, and scoring.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on Real Benchmark: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Successfully tested on payments/archive.py, web/session.py, and cache/etags.py.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Schema-Compliant CBOM Export: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Emits enriched CycloneDX 1.6 CBOM JSON.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unit tests passing.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src.crypto_agility_copilot.cli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4A4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E052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Copilot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Copilot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(tests/test_copilot.py)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UNIT TEST EXECUTION:
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unittest discover -s tests -v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test_cbom_generation (test_copilot.TestCryptoAgilityCopilot.test_cbom_generation) ..................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test_context_noise_suppression (test_copilot.TestCryptoAgilityCopilot.test_context_noise_suppression)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test_discovery_engine (test_copilot.TestCryptoAgilityCopilot.test_discovery_engine) 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test_scoring_and_mosca_inequality (test_copilot.TestCryptoAgilityCopilot.test_scoring_and_mosca) 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test_semantic_binding_discrimination (test_copilot.TestCryptoAgilityCopilot.test_semantic_binding) 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A4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 5 tests in 0.015s — ALL TESTS PASSED (OK)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Proof of Concept Verified: Code base is reproducible, modular, and regression-tested.</a:t>
            </a:r>
            <a:endParaRPr lang="en-US" sz="8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4A90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2-Way Allocation Across Team Members (50/50)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40233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Architecture, Dataflow Engine &amp; UI Design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1 AST Discovery &amp; constant propagation engine (discovery.py).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2 Inter-procedural Semantic Dataflow Engine (dataflow.py).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declarative retention extraction parsing S3 lifecycle &amp; Redis TTLs.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interactive Web Dashboard UI/UX and presentation deck architecture.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4 (Requirements), 5 (Architecture), 6 (Tool Justification).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Inter-procedural cross-module call graphs &amp; CodeQL Java queries.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ANMOL SALUJA (25BCE1332)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Modeling, HNDL Scoring &amp; Verification Harness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Mosca inequality operationalisation &amp; 16-paper literature gaps.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Formulated HNDL Exposure Scoring equation &amp; Stage 3 Scoring Engine (scorer.py).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CycloneDX 1.6 CBOM Serializer (cbom.py, cli.py).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Full-Stack Backend Integration &amp; REST API server (server.py).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100% passing automated unit test suite (tests/test_copilot.py).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1, 2, 3, 8, 9, 10 &amp; document sanitization.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15-repo benchmark curation &amp; liboqs 3-gate patch verification harness.</a:t>
            </a:r>
            <a:endParaRPr lang="en-US" sz="7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EVIDENCE OF COMPLETED WORK (REVIEW II — 50/50 EQUITABLE SPLIT):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 Dhandhania (25BCE1207 — Lead Architect, Dataflow &amp; UI):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end-to-end 4-stage pipeline architecture and intermediate data contracts (models.py).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1 AST Discovery Engine (discovery.py) and constant propagation logic.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Stage 2 Dataflow Binding Engine (dataflow.py), tracing plaintext sources and ciphertext sinks.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interactive Web Dashboard UI/UX layout and visual component design.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Anmol Saluja (25BCE1332 — Threat Modeling, Scoring Engine, Testing &amp; Backend Integration):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Formalized the HNDL threat model, Mosca's inequality derivation, and 16-paper literature gap matrix.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3 HNDL Exposure Scoring Engine (scorer.py) and noise suppression filter.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CycloneDX 1.6 CBOM Serializer (cbom.py, cli.py) with custom dataflow properties.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Built full-stack REST API server (server.py) and 100% passing unit test suite (tests/test_copilot.py).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2026-09-19T18:07:16Z</dcterms:created>
  <dcterms:modified xsi:type="dcterms:W3CDTF">2026-09-19T18:07:16Z</dcterms:modified>
</cp:coreProperties>
</file>
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3" r:id="rId44"/>
    <p:sldId id="285" r:id="rId31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9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Full Review 2 Master Report:</a:t>
            </a:r>
          </a:p>
          <a:p>
            <a:r>
              <a:t>  Integrating Review 1 literature review with detailed design.</a:t>
            </a:r>
          </a:p>
          <a:p>
            <a:r>
              <a:t>• Working Python Prototype (TRL 3):</a:t>
            </a:r>
          </a:p>
          <a:p>
            <a:r>
              <a:t>  AST parser, inter-procedural dataflow, retention extractor.</a:t>
            </a:r>
          </a:p>
          <a:p>
            <a:r>
              <a:t>• Demonstration on Real Benchmark:</a:t>
            </a:r>
          </a:p>
          <a:p>
            <a:r>
              <a:t>  Orders identical RSA call sites by S3 retention vs Redis TTL.</a:t>
            </a:r>
          </a:p>
          <a:p>
            <a:r>
              <a:t>• Standard CycloneDX 1.6 CBOM Export:</a:t>
            </a:r>
          </a:p>
          <a:p>
            <a:r>
              <a:t>  Enriched with custom dataflow properties.</a:t>
            </a:r>
          </a:p>
          <a:p>
            <a:r>
              <a:t>• Automated Test Harness:</a:t>
            </a:r>
          </a:p>
          <a:p>
            <a:r>
              <a:t>  8 automated unit tests passing with 100% success 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PARAMETER 1 (3 M)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3.2 THE 5 PILLARS OF NOVELTY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PARAMETER 1 (3 M)</a:t>
            </a:r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~20% Implementation Completed:</a:t>
            </a:r>
          </a:p>
          <a:p>
            <a:r>
              <a:t>  Executable core engine covering AST discovery, backward/forward taint, retention extraction, and scoring.</a:t>
            </a:r>
          </a:p>
          <a:p/>
          <a:p>
            <a:r>
              <a:t>• Validated on Real Benchmark:</a:t>
            </a:r>
          </a:p>
          <a:p>
            <a:r>
              <a:t>  Successfully tested on payments/archive.py, web/session.py, and cache/etags.py.</a:t>
            </a:r>
          </a:p>
          <a:p/>
          <a:p>
            <a:r>
              <a:t>• Schema-Compliant CBOM Export:</a:t>
            </a:r>
          </a:p>
          <a:p>
            <a:r>
              <a:t>  Emits enriched CycloneDX 1.6 CBOM JSON.</a:t>
            </a:r>
          </a:p>
          <a:p/>
          <a:p>
            <a:r>
              <a:t>• Automated Test Harness: 8 automated unit tests passing.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AUTOMATED UNIT TEST EXECUTION:</a:t>
            </a:r>
          </a:p>
          <a:p>
            <a:r>
              <a:t>$ python3 -m unittest discover tests -v</a:t>
            </a:r>
          </a:p>
          <a:p/>
          <a:p>
            <a:r>
              <a:t>test_cbom_generation ........................ ok</a:t>
            </a:r>
          </a:p>
          <a:p>
            <a:r>
              <a:t>test_context_noise_suppression .............. ok</a:t>
            </a:r>
          </a:p>
          <a:p>
            <a:r>
              <a:t>test_custom_code_snippet_analysis ........... ok</a:t>
            </a:r>
          </a:p>
          <a:p>
            <a:r>
              <a:t>test_discovery_engine ....................... ok</a:t>
            </a:r>
          </a:p>
          <a:p>
            <a:r>
              <a:t>test_full_pipeline_ranking .................. ok</a:t>
            </a:r>
          </a:p>
          <a:p>
            <a:r>
              <a:t>test_quantum_safe_scoring ................... ok</a:t>
            </a:r>
          </a:p>
          <a:p>
            <a:r>
              <a:t>test_scoring_and_mosca_inequality ........... ok</a:t>
            </a:r>
          </a:p>
          <a:p>
            <a:r>
              <a:t>test_semantic_binding_discrimination ........ ok</a:t>
            </a:r>
          </a:p>
          <a:p/>
          <a:p>
            <a:r>
              <a:t>----------------------------------------------------------------------</a:t>
            </a:r>
          </a:p>
          <a:p>
            <a:r>
              <a:t>Ran 8 tests in 0.050s        OK (100% passing)</a:t>
            </a:r>
          </a:p>
          <a:p>
            <a:r>
              <a:t>TRL 3 Proof of Concept Verified: Code base is reproducible, modular, and regression-tested.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3" name="Text 11"/>
          <p:cNvSpPr/>
          <p:nvPr/>
        </p:nvSpPr>
        <p:spPr>
          <a:xfrm>
            <a:off x="640080" y="1028700"/>
            <a:ext cx="3657600" cy="3600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/>
              <a:t>AVI DHANDHANIA (25BCE1207)</a:t>
            </a:r>
          </a:p>
          <a:p>
            <a:r>
              <a:rPr sz="1000"/>
              <a:t>• Shared data models and the Stage 1 AST discovery engine, with constant propagation.</a:t>
            </a:r>
          </a:p>
          <a:p>
            <a:r>
              <a:rPr sz="1000"/>
              <a:t>• Backward taint tracing from plaintext and key arguments to their sources.</a:t>
            </a:r>
          </a:p>
          <a:p>
            <a:r>
              <a:rPr sz="1000"/>
              <a:t>• Problem statement and threat model.</a:t>
            </a:r>
          </a:p>
          <a:p>
            <a:r>
              <a:rPr sz="1000"/>
              <a:t>• Stakeholder analysis and functional / non-functional requirements.</a:t>
            </a:r>
          </a:p>
          <a:p>
            <a:r>
              <a:rPr sz="1000"/>
              <a:t>• Architecture write-up and slides for own sections.</a:t>
            </a:r>
          </a:p>
          <a:p/>
          <a:p>
            <a:r>
              <a:rPr sz="1000"/>
              <a:t>ANMOL SALUJA (25BCE1332)</a:t>
            </a:r>
          </a:p>
          <a:p>
            <a:r>
              <a:rPr sz="1000"/>
              <a:t>• Forward taint tracing from ciphertext to sinks and exposure surfaces.</a:t>
            </a:r>
          </a:p>
          <a:p>
            <a:r>
              <a:rPr sz="1000"/>
              <a:t>• Declarative retention extractor (cloud lifecycle rules, cache TTLs).</a:t>
            </a:r>
          </a:p>
          <a:p>
            <a:r>
              <a:rPr sz="1000"/>
              <a:t>• Stage 3 HNDL scoring engine, Mosca breach test and noise suppression.</a:t>
            </a:r>
          </a:p>
          <a:p>
            <a:r>
              <a:rPr sz="1000"/>
              <a:t>• Literature survey (P1–P16) and research gap matrix.</a:t>
            </a:r>
          </a:p>
          <a:p>
            <a:r>
              <a:rPr sz="1000"/>
              <a:t>• Objectives, novelty statement and tool-selection justification.</a:t>
            </a:r>
          </a:p>
          <a:p>
            <a:r>
              <a:rPr sz="1000"/>
              <a:t>• Mathematical basis and feasibility analysis; slides for own sections.</a:t>
            </a:r>
          </a:p>
          <a:p/>
          <a:p>
            <a:r>
              <a:rPr sz="1000"/>
              <a:t>AVIKA TYAGI (25BCE1294)</a:t>
            </a:r>
          </a:p>
          <a:p>
            <a:r>
              <a:rPr sz="1000"/>
              <a:t>• CycloneDX 1.6 CBOM serialiser, command-line interface and REST API.</a:t>
            </a:r>
          </a:p>
          <a:p>
            <a:r>
              <a:rPr sz="1000"/>
              <a:t>• Web dashboard front end.</a:t>
            </a:r>
          </a:p>
          <a:p>
            <a:r>
              <a:rPr sz="1000"/>
              <a:t>• Unit-test suite and benchmark example project.</a:t>
            </a:r>
          </a:p>
          <a:p>
            <a:r>
              <a:rPr sz="1000"/>
              <a:t>• Prototype and test documentation.</a:t>
            </a:r>
          </a:p>
          <a:p>
            <a:r>
              <a:rPr sz="1000"/>
              <a:t>• Project planning, work division and team coordination.</a:t>
            </a:r>
          </a:p>
          <a:p>
            <a:r>
              <a:rPr sz="1000"/>
              <a:t>• References, formatting, final report compilation and presentation deck.</a:t>
            </a:r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INDIVIDUAL EVIDENCE OF COMPLETED WORK (REVIEW II — 33/33/33 EQUITABLE SPLIT):</a:t>
            </a:r>
          </a:p>
          <a:p/>
          <a:p>
            <a:r>
              <a:t>• Avi Dhandhania (25BCE1207 — Architecture, AST &amp; Dataflow):</a:t>
            </a:r>
          </a:p>
          <a:p>
            <a:r>
              <a:t>  - Implemented Stage 1 AST discovery and backward taint tracing.</a:t>
            </a:r>
          </a:p>
          <a:p>
            <a:r>
              <a:t>  - Authored domain models, problem statement, and architecture write-up.</a:t>
            </a:r>
          </a:p>
          <a:p/>
          <a:p>
            <a:r>
              <a:t>• Anmol Saluja (25BCE1332 — Threat Modeling, Retention &amp; Scoring):</a:t>
            </a:r>
          </a:p>
          <a:p>
            <a:r>
              <a:t>  - Formulated HNDL scoring, forward taint tracing, and declarative retention.</a:t>
            </a:r>
          </a:p>
          <a:p>
            <a:r>
              <a:t>  - Conducted literature survey and justified tool selection.</a:t>
            </a:r>
          </a:p>
          <a:p/>
          <a:p>
            <a:r>
              <a:t>• Avika Tyagi (25BCE1294 — Project Coordination, Dashboard &amp; CBOM):</a:t>
            </a:r>
          </a:p>
          <a:p>
            <a:r>
              <a:t>  - Developed CycloneDX 1.6 serializer, CLI, API, and web dashboard.</a:t>
            </a:r>
          </a:p>
          <a:p>
            <a:r>
              <a:t>  - Authored automated test suite, project planning, and final deck.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3.1 PRIMARY AND SECONDARY OBJECTIVES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O1: Multi-language discovery</a:t>
            </a:r>
          </a:p>
          <a:p>
            <a:r>
              <a:t>O2: Semantic dataflow binding</a:t>
            </a:r>
          </a:p>
          <a:p>
            <a:r>
              <a:t>O3: HNDL exposure scoring</a:t>
            </a:r>
          </a:p>
          <a:p>
            <a:r>
              <a:t>O4: Noise suppression</a:t>
            </a:r>
          </a:p>
          <a:p>
            <a:r>
              <a:t>O5: Verified patch synthesis</a:t>
            </a:r>
          </a:p>
          <a:p>
            <a:r>
              <a:t>O6: Public benchmark 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2026-09-19T18:47:13Z</dcterms:created>
  <dcterms:modified xsi:type="dcterms:W3CDTF">2026-09-19T18:47:13Z</dcterms:modified>
</cp:coreProperties>
</file>